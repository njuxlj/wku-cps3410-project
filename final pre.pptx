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58" r:id="rId6"/>
    <p:sldId id="262" r:id="rId7"/>
    <p:sldId id="260" r:id="rId8"/>
    <p:sldId id="264" r:id="rId9"/>
    <p:sldId id="263" r:id="rId10"/>
    <p:sldId id="25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55kai\Desktop\Solution%20evaluation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Rvns Solution Performance</a:t>
            </a:r>
            <a:endParaRPr lang="en-US" altLang="zh-CN"/>
          </a:p>
        </c:rich>
      </c:tx>
      <c:layout>
        <c:manualLayout>
          <c:xMode val="edge"/>
          <c:yMode val="edge"/>
          <c:x val="0.396285237551594"/>
          <c:y val="0.019766101136550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'[Solution evaluation data.xlsx]Sheet1'!$Q$1</c:f>
              <c:strCache>
                <c:ptCount val="1"/>
                <c:pt idx="0">
                  <c:v>rvns(kmax=1)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'[Solution evaluation data.xlsx]Sheet1'!$Q$2:$Q$102</c:f>
              <c:numCache>
                <c:formatCode>General</c:formatCode>
                <c:ptCount val="101"/>
                <c:pt idx="0">
                  <c:v>78410</c:v>
                </c:pt>
                <c:pt idx="1">
                  <c:v>70779</c:v>
                </c:pt>
                <c:pt idx="2">
                  <c:v>71100</c:v>
                </c:pt>
                <c:pt idx="3">
                  <c:v>64737</c:v>
                </c:pt>
                <c:pt idx="4">
                  <c:v>74064</c:v>
                </c:pt>
                <c:pt idx="5">
                  <c:v>76822</c:v>
                </c:pt>
                <c:pt idx="6">
                  <c:v>81060</c:v>
                </c:pt>
                <c:pt idx="7">
                  <c:v>64756</c:v>
                </c:pt>
                <c:pt idx="8">
                  <c:v>72012</c:v>
                </c:pt>
                <c:pt idx="9">
                  <c:v>60139</c:v>
                </c:pt>
                <c:pt idx="10">
                  <c:v>75429</c:v>
                </c:pt>
                <c:pt idx="11">
                  <c:v>60994</c:v>
                </c:pt>
                <c:pt idx="12">
                  <c:v>67849</c:v>
                </c:pt>
                <c:pt idx="13">
                  <c:v>75233</c:v>
                </c:pt>
                <c:pt idx="14">
                  <c:v>69550</c:v>
                </c:pt>
                <c:pt idx="15">
                  <c:v>65669</c:v>
                </c:pt>
                <c:pt idx="16">
                  <c:v>73548</c:v>
                </c:pt>
                <c:pt idx="17">
                  <c:v>69101</c:v>
                </c:pt>
                <c:pt idx="18">
                  <c:v>70037</c:v>
                </c:pt>
                <c:pt idx="19">
                  <c:v>70175</c:v>
                </c:pt>
                <c:pt idx="20">
                  <c:v>72768</c:v>
                </c:pt>
                <c:pt idx="21">
                  <c:v>71062</c:v>
                </c:pt>
                <c:pt idx="22">
                  <c:v>61662</c:v>
                </c:pt>
                <c:pt idx="23">
                  <c:v>68453</c:v>
                </c:pt>
                <c:pt idx="24">
                  <c:v>68397</c:v>
                </c:pt>
                <c:pt idx="25">
                  <c:v>86290</c:v>
                </c:pt>
                <c:pt idx="26">
                  <c:v>75758</c:v>
                </c:pt>
                <c:pt idx="27">
                  <c:v>65065</c:v>
                </c:pt>
                <c:pt idx="28">
                  <c:v>68588</c:v>
                </c:pt>
                <c:pt idx="29">
                  <c:v>71415</c:v>
                </c:pt>
                <c:pt idx="30">
                  <c:v>74664</c:v>
                </c:pt>
                <c:pt idx="31">
                  <c:v>77475</c:v>
                </c:pt>
                <c:pt idx="32">
                  <c:v>79966</c:v>
                </c:pt>
                <c:pt idx="33">
                  <c:v>82160</c:v>
                </c:pt>
                <c:pt idx="34">
                  <c:v>73925</c:v>
                </c:pt>
                <c:pt idx="35">
                  <c:v>58918</c:v>
                </c:pt>
                <c:pt idx="36">
                  <c:v>69622</c:v>
                </c:pt>
                <c:pt idx="37">
                  <c:v>64134</c:v>
                </c:pt>
                <c:pt idx="38">
                  <c:v>73237</c:v>
                </c:pt>
                <c:pt idx="39">
                  <c:v>71084</c:v>
                </c:pt>
                <c:pt idx="40">
                  <c:v>74461</c:v>
                </c:pt>
                <c:pt idx="41">
                  <c:v>68863</c:v>
                </c:pt>
                <c:pt idx="42">
                  <c:v>81907</c:v>
                </c:pt>
                <c:pt idx="43">
                  <c:v>76697</c:v>
                </c:pt>
                <c:pt idx="44">
                  <c:v>76948</c:v>
                </c:pt>
                <c:pt idx="45">
                  <c:v>75708</c:v>
                </c:pt>
                <c:pt idx="46">
                  <c:v>78999</c:v>
                </c:pt>
                <c:pt idx="47">
                  <c:v>64406</c:v>
                </c:pt>
                <c:pt idx="48">
                  <c:v>71373</c:v>
                </c:pt>
                <c:pt idx="49">
                  <c:v>73761</c:v>
                </c:pt>
                <c:pt idx="50">
                  <c:v>62478</c:v>
                </c:pt>
                <c:pt idx="51">
                  <c:v>71355</c:v>
                </c:pt>
                <c:pt idx="52">
                  <c:v>70381</c:v>
                </c:pt>
                <c:pt idx="53">
                  <c:v>81507</c:v>
                </c:pt>
                <c:pt idx="54">
                  <c:v>80754</c:v>
                </c:pt>
                <c:pt idx="55">
                  <c:v>64803</c:v>
                </c:pt>
                <c:pt idx="56">
                  <c:v>71884</c:v>
                </c:pt>
                <c:pt idx="57">
                  <c:v>68777</c:v>
                </c:pt>
                <c:pt idx="58">
                  <c:v>82399</c:v>
                </c:pt>
                <c:pt idx="59">
                  <c:v>68665</c:v>
                </c:pt>
                <c:pt idx="60">
                  <c:v>69396</c:v>
                </c:pt>
                <c:pt idx="61">
                  <c:v>90046</c:v>
                </c:pt>
                <c:pt idx="62">
                  <c:v>82610</c:v>
                </c:pt>
                <c:pt idx="63">
                  <c:v>71631</c:v>
                </c:pt>
                <c:pt idx="64">
                  <c:v>66552</c:v>
                </c:pt>
                <c:pt idx="65">
                  <c:v>72535</c:v>
                </c:pt>
                <c:pt idx="66">
                  <c:v>71767</c:v>
                </c:pt>
                <c:pt idx="67">
                  <c:v>63351</c:v>
                </c:pt>
                <c:pt idx="68">
                  <c:v>71586</c:v>
                </c:pt>
                <c:pt idx="69">
                  <c:v>76067</c:v>
                </c:pt>
                <c:pt idx="70">
                  <c:v>67372</c:v>
                </c:pt>
                <c:pt idx="71">
                  <c:v>72060</c:v>
                </c:pt>
                <c:pt idx="72">
                  <c:v>69518</c:v>
                </c:pt>
                <c:pt idx="73">
                  <c:v>71298</c:v>
                </c:pt>
                <c:pt idx="74">
                  <c:v>74858</c:v>
                </c:pt>
                <c:pt idx="75">
                  <c:v>76408</c:v>
                </c:pt>
                <c:pt idx="76">
                  <c:v>61274</c:v>
                </c:pt>
                <c:pt idx="77">
                  <c:v>75394</c:v>
                </c:pt>
                <c:pt idx="78">
                  <c:v>77635</c:v>
                </c:pt>
                <c:pt idx="79">
                  <c:v>81209</c:v>
                </c:pt>
                <c:pt idx="80">
                  <c:v>81536</c:v>
                </c:pt>
                <c:pt idx="81">
                  <c:v>72874</c:v>
                </c:pt>
                <c:pt idx="82">
                  <c:v>61298</c:v>
                </c:pt>
                <c:pt idx="83">
                  <c:v>63581</c:v>
                </c:pt>
                <c:pt idx="84">
                  <c:v>65937</c:v>
                </c:pt>
                <c:pt idx="85">
                  <c:v>66400</c:v>
                </c:pt>
                <c:pt idx="86">
                  <c:v>68588</c:v>
                </c:pt>
                <c:pt idx="87">
                  <c:v>77060</c:v>
                </c:pt>
                <c:pt idx="88">
                  <c:v>62571</c:v>
                </c:pt>
                <c:pt idx="89">
                  <c:v>71944</c:v>
                </c:pt>
                <c:pt idx="90">
                  <c:v>73837</c:v>
                </c:pt>
                <c:pt idx="91">
                  <c:v>84370</c:v>
                </c:pt>
                <c:pt idx="92">
                  <c:v>63216</c:v>
                </c:pt>
                <c:pt idx="93">
                  <c:v>77900</c:v>
                </c:pt>
                <c:pt idx="94">
                  <c:v>67992</c:v>
                </c:pt>
                <c:pt idx="95">
                  <c:v>69457</c:v>
                </c:pt>
                <c:pt idx="96">
                  <c:v>65045</c:v>
                </c:pt>
                <c:pt idx="97">
                  <c:v>76881</c:v>
                </c:pt>
                <c:pt idx="98">
                  <c:v>72333</c:v>
                </c:pt>
                <c:pt idx="99">
                  <c:v>74489</c:v>
                </c:pt>
                <c:pt idx="100">
                  <c:v>71921.09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'[Solution evaluation data.xlsx]Sheet1'!$R$1</c:f>
              <c:strCache>
                <c:ptCount val="1"/>
                <c:pt idx="0">
                  <c:v>rvns(kmax=2)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'[Solution evaluation data.xlsx]Sheet1'!$R$2:$R$102</c:f>
              <c:numCache>
                <c:formatCode>General</c:formatCode>
                <c:ptCount val="101"/>
                <c:pt idx="0">
                  <c:v>58712</c:v>
                </c:pt>
                <c:pt idx="1">
                  <c:v>61176</c:v>
                </c:pt>
                <c:pt idx="2">
                  <c:v>52845</c:v>
                </c:pt>
                <c:pt idx="3">
                  <c:v>56248</c:v>
                </c:pt>
                <c:pt idx="4">
                  <c:v>61903</c:v>
                </c:pt>
                <c:pt idx="5">
                  <c:v>57815</c:v>
                </c:pt>
                <c:pt idx="6">
                  <c:v>73455</c:v>
                </c:pt>
                <c:pt idx="7">
                  <c:v>69465</c:v>
                </c:pt>
                <c:pt idx="8">
                  <c:v>52537</c:v>
                </c:pt>
                <c:pt idx="9">
                  <c:v>61062</c:v>
                </c:pt>
                <c:pt idx="10">
                  <c:v>57518</c:v>
                </c:pt>
                <c:pt idx="11">
                  <c:v>62021</c:v>
                </c:pt>
                <c:pt idx="12">
                  <c:v>53644</c:v>
                </c:pt>
                <c:pt idx="13">
                  <c:v>62422</c:v>
                </c:pt>
                <c:pt idx="14">
                  <c:v>55698</c:v>
                </c:pt>
                <c:pt idx="15">
                  <c:v>62017</c:v>
                </c:pt>
                <c:pt idx="16">
                  <c:v>66447</c:v>
                </c:pt>
                <c:pt idx="17">
                  <c:v>59936</c:v>
                </c:pt>
                <c:pt idx="18">
                  <c:v>52068</c:v>
                </c:pt>
                <c:pt idx="19">
                  <c:v>51538</c:v>
                </c:pt>
                <c:pt idx="20">
                  <c:v>63707</c:v>
                </c:pt>
                <c:pt idx="21">
                  <c:v>54106</c:v>
                </c:pt>
                <c:pt idx="22">
                  <c:v>57728</c:v>
                </c:pt>
                <c:pt idx="23">
                  <c:v>54423</c:v>
                </c:pt>
                <c:pt idx="24">
                  <c:v>55635</c:v>
                </c:pt>
                <c:pt idx="25">
                  <c:v>51592</c:v>
                </c:pt>
                <c:pt idx="26">
                  <c:v>63108</c:v>
                </c:pt>
                <c:pt idx="27">
                  <c:v>56473</c:v>
                </c:pt>
                <c:pt idx="28">
                  <c:v>57883</c:v>
                </c:pt>
                <c:pt idx="29">
                  <c:v>65202</c:v>
                </c:pt>
                <c:pt idx="30">
                  <c:v>60525</c:v>
                </c:pt>
                <c:pt idx="31">
                  <c:v>52630</c:v>
                </c:pt>
                <c:pt idx="32">
                  <c:v>59935</c:v>
                </c:pt>
                <c:pt idx="33">
                  <c:v>56955</c:v>
                </c:pt>
                <c:pt idx="34">
                  <c:v>59257</c:v>
                </c:pt>
                <c:pt idx="35">
                  <c:v>68180</c:v>
                </c:pt>
                <c:pt idx="36">
                  <c:v>58131</c:v>
                </c:pt>
                <c:pt idx="37">
                  <c:v>62248</c:v>
                </c:pt>
                <c:pt idx="38">
                  <c:v>56872</c:v>
                </c:pt>
                <c:pt idx="39">
                  <c:v>65694</c:v>
                </c:pt>
                <c:pt idx="40">
                  <c:v>62012</c:v>
                </c:pt>
                <c:pt idx="41">
                  <c:v>65758</c:v>
                </c:pt>
                <c:pt idx="42">
                  <c:v>55998</c:v>
                </c:pt>
                <c:pt idx="43">
                  <c:v>59703</c:v>
                </c:pt>
                <c:pt idx="44">
                  <c:v>49769</c:v>
                </c:pt>
                <c:pt idx="45">
                  <c:v>59477</c:v>
                </c:pt>
                <c:pt idx="46">
                  <c:v>56570</c:v>
                </c:pt>
                <c:pt idx="47">
                  <c:v>59903</c:v>
                </c:pt>
                <c:pt idx="48">
                  <c:v>63976</c:v>
                </c:pt>
                <c:pt idx="49">
                  <c:v>54737</c:v>
                </c:pt>
                <c:pt idx="50">
                  <c:v>62707</c:v>
                </c:pt>
                <c:pt idx="51">
                  <c:v>58696</c:v>
                </c:pt>
                <c:pt idx="52">
                  <c:v>60139</c:v>
                </c:pt>
                <c:pt idx="53">
                  <c:v>55063</c:v>
                </c:pt>
                <c:pt idx="54">
                  <c:v>49564</c:v>
                </c:pt>
                <c:pt idx="55">
                  <c:v>60174</c:v>
                </c:pt>
                <c:pt idx="56">
                  <c:v>67180</c:v>
                </c:pt>
                <c:pt idx="57">
                  <c:v>54768</c:v>
                </c:pt>
                <c:pt idx="58">
                  <c:v>59065</c:v>
                </c:pt>
                <c:pt idx="59">
                  <c:v>58644</c:v>
                </c:pt>
                <c:pt idx="60">
                  <c:v>57067</c:v>
                </c:pt>
                <c:pt idx="61">
                  <c:v>59797</c:v>
                </c:pt>
                <c:pt idx="62">
                  <c:v>54465</c:v>
                </c:pt>
                <c:pt idx="63">
                  <c:v>58361</c:v>
                </c:pt>
                <c:pt idx="64">
                  <c:v>47052</c:v>
                </c:pt>
                <c:pt idx="65">
                  <c:v>68906</c:v>
                </c:pt>
                <c:pt idx="66">
                  <c:v>57039</c:v>
                </c:pt>
                <c:pt idx="67">
                  <c:v>54775</c:v>
                </c:pt>
                <c:pt idx="68">
                  <c:v>62213</c:v>
                </c:pt>
                <c:pt idx="69">
                  <c:v>65459</c:v>
                </c:pt>
                <c:pt idx="70">
                  <c:v>59169</c:v>
                </c:pt>
                <c:pt idx="71">
                  <c:v>62496</c:v>
                </c:pt>
                <c:pt idx="72">
                  <c:v>71907</c:v>
                </c:pt>
                <c:pt idx="73">
                  <c:v>49720</c:v>
                </c:pt>
                <c:pt idx="74">
                  <c:v>56043</c:v>
                </c:pt>
                <c:pt idx="75">
                  <c:v>54732</c:v>
                </c:pt>
                <c:pt idx="76">
                  <c:v>64966</c:v>
                </c:pt>
                <c:pt idx="77">
                  <c:v>61972</c:v>
                </c:pt>
                <c:pt idx="78">
                  <c:v>58952</c:v>
                </c:pt>
                <c:pt idx="79">
                  <c:v>66333</c:v>
                </c:pt>
                <c:pt idx="80">
                  <c:v>54403</c:v>
                </c:pt>
                <c:pt idx="81">
                  <c:v>61073</c:v>
                </c:pt>
                <c:pt idx="82">
                  <c:v>60204</c:v>
                </c:pt>
                <c:pt idx="83">
                  <c:v>56196</c:v>
                </c:pt>
                <c:pt idx="84">
                  <c:v>62337</c:v>
                </c:pt>
                <c:pt idx="85">
                  <c:v>56624</c:v>
                </c:pt>
                <c:pt idx="86">
                  <c:v>57156</c:v>
                </c:pt>
                <c:pt idx="87">
                  <c:v>65509</c:v>
                </c:pt>
                <c:pt idx="88">
                  <c:v>57440</c:v>
                </c:pt>
                <c:pt idx="89">
                  <c:v>61863</c:v>
                </c:pt>
                <c:pt idx="90">
                  <c:v>67414</c:v>
                </c:pt>
                <c:pt idx="91">
                  <c:v>66590</c:v>
                </c:pt>
                <c:pt idx="92">
                  <c:v>51729</c:v>
                </c:pt>
                <c:pt idx="93">
                  <c:v>57298</c:v>
                </c:pt>
                <c:pt idx="94">
                  <c:v>75423</c:v>
                </c:pt>
                <c:pt idx="95">
                  <c:v>69892</c:v>
                </c:pt>
                <c:pt idx="96">
                  <c:v>58827</c:v>
                </c:pt>
                <c:pt idx="97">
                  <c:v>55360</c:v>
                </c:pt>
                <c:pt idx="98">
                  <c:v>53507</c:v>
                </c:pt>
                <c:pt idx="99">
                  <c:v>61424</c:v>
                </c:pt>
                <c:pt idx="100">
                  <c:v>59444.07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'[Solution evaluation data.xlsx]Sheet1'!$S$1</c:f>
              <c:strCache>
                <c:ptCount val="1"/>
                <c:pt idx="0">
                  <c:v>rvns(kmax=3)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'[Solution evaluation data.xlsx]Sheet1'!$S$2:$S$102</c:f>
              <c:numCache>
                <c:formatCode>General</c:formatCode>
                <c:ptCount val="101"/>
                <c:pt idx="0">
                  <c:v>39261</c:v>
                </c:pt>
                <c:pt idx="1">
                  <c:v>46319</c:v>
                </c:pt>
                <c:pt idx="2">
                  <c:v>56530</c:v>
                </c:pt>
                <c:pt idx="3">
                  <c:v>51742</c:v>
                </c:pt>
                <c:pt idx="4">
                  <c:v>51986</c:v>
                </c:pt>
                <c:pt idx="5">
                  <c:v>46077</c:v>
                </c:pt>
                <c:pt idx="6">
                  <c:v>59903</c:v>
                </c:pt>
                <c:pt idx="7">
                  <c:v>44037</c:v>
                </c:pt>
                <c:pt idx="8">
                  <c:v>48082</c:v>
                </c:pt>
                <c:pt idx="9">
                  <c:v>50517</c:v>
                </c:pt>
                <c:pt idx="10">
                  <c:v>52429</c:v>
                </c:pt>
                <c:pt idx="11">
                  <c:v>43968</c:v>
                </c:pt>
                <c:pt idx="12">
                  <c:v>45213</c:v>
                </c:pt>
                <c:pt idx="13">
                  <c:v>58456</c:v>
                </c:pt>
                <c:pt idx="14">
                  <c:v>47653</c:v>
                </c:pt>
                <c:pt idx="15">
                  <c:v>45949</c:v>
                </c:pt>
                <c:pt idx="16">
                  <c:v>53753</c:v>
                </c:pt>
                <c:pt idx="17">
                  <c:v>44917</c:v>
                </c:pt>
                <c:pt idx="18">
                  <c:v>44107</c:v>
                </c:pt>
                <c:pt idx="19">
                  <c:v>43381</c:v>
                </c:pt>
                <c:pt idx="20">
                  <c:v>53015</c:v>
                </c:pt>
                <c:pt idx="21">
                  <c:v>44728</c:v>
                </c:pt>
                <c:pt idx="22">
                  <c:v>38246</c:v>
                </c:pt>
                <c:pt idx="23">
                  <c:v>48416</c:v>
                </c:pt>
                <c:pt idx="24">
                  <c:v>54033</c:v>
                </c:pt>
                <c:pt idx="25">
                  <c:v>44548</c:v>
                </c:pt>
                <c:pt idx="26">
                  <c:v>52382</c:v>
                </c:pt>
                <c:pt idx="27">
                  <c:v>49188</c:v>
                </c:pt>
                <c:pt idx="28">
                  <c:v>51261</c:v>
                </c:pt>
                <c:pt idx="29">
                  <c:v>51793</c:v>
                </c:pt>
                <c:pt idx="30">
                  <c:v>55448</c:v>
                </c:pt>
                <c:pt idx="31">
                  <c:v>44362</c:v>
                </c:pt>
                <c:pt idx="32">
                  <c:v>52137</c:v>
                </c:pt>
                <c:pt idx="33">
                  <c:v>50416</c:v>
                </c:pt>
                <c:pt idx="34">
                  <c:v>44553</c:v>
                </c:pt>
                <c:pt idx="35">
                  <c:v>47223</c:v>
                </c:pt>
                <c:pt idx="36">
                  <c:v>46496</c:v>
                </c:pt>
                <c:pt idx="37">
                  <c:v>49449</c:v>
                </c:pt>
                <c:pt idx="38">
                  <c:v>40192</c:v>
                </c:pt>
                <c:pt idx="39">
                  <c:v>46100</c:v>
                </c:pt>
                <c:pt idx="40">
                  <c:v>43768</c:v>
                </c:pt>
                <c:pt idx="41">
                  <c:v>61017</c:v>
                </c:pt>
                <c:pt idx="42">
                  <c:v>55419</c:v>
                </c:pt>
                <c:pt idx="43">
                  <c:v>42103</c:v>
                </c:pt>
                <c:pt idx="44">
                  <c:v>46984</c:v>
                </c:pt>
                <c:pt idx="45">
                  <c:v>63974</c:v>
                </c:pt>
                <c:pt idx="46">
                  <c:v>54467</c:v>
                </c:pt>
                <c:pt idx="47">
                  <c:v>47779</c:v>
                </c:pt>
                <c:pt idx="48">
                  <c:v>50796</c:v>
                </c:pt>
                <c:pt idx="49">
                  <c:v>52005</c:v>
                </c:pt>
                <c:pt idx="50">
                  <c:v>44661</c:v>
                </c:pt>
                <c:pt idx="51">
                  <c:v>48824</c:v>
                </c:pt>
                <c:pt idx="52">
                  <c:v>44087</c:v>
                </c:pt>
                <c:pt idx="53">
                  <c:v>54396</c:v>
                </c:pt>
                <c:pt idx="54">
                  <c:v>52343</c:v>
                </c:pt>
                <c:pt idx="55">
                  <c:v>53931</c:v>
                </c:pt>
                <c:pt idx="56">
                  <c:v>49555</c:v>
                </c:pt>
                <c:pt idx="57">
                  <c:v>46590</c:v>
                </c:pt>
                <c:pt idx="58">
                  <c:v>43137</c:v>
                </c:pt>
                <c:pt idx="59">
                  <c:v>41797</c:v>
                </c:pt>
                <c:pt idx="60">
                  <c:v>56883</c:v>
                </c:pt>
                <c:pt idx="61">
                  <c:v>45380</c:v>
                </c:pt>
                <c:pt idx="62">
                  <c:v>45926</c:v>
                </c:pt>
                <c:pt idx="63">
                  <c:v>50727</c:v>
                </c:pt>
                <c:pt idx="64">
                  <c:v>47551</c:v>
                </c:pt>
                <c:pt idx="65">
                  <c:v>44461</c:v>
                </c:pt>
                <c:pt idx="66">
                  <c:v>58044</c:v>
                </c:pt>
                <c:pt idx="67">
                  <c:v>57247</c:v>
                </c:pt>
                <c:pt idx="68">
                  <c:v>69453</c:v>
                </c:pt>
                <c:pt idx="69">
                  <c:v>46240</c:v>
                </c:pt>
                <c:pt idx="70">
                  <c:v>50601</c:v>
                </c:pt>
                <c:pt idx="71">
                  <c:v>55120</c:v>
                </c:pt>
                <c:pt idx="72">
                  <c:v>53827</c:v>
                </c:pt>
                <c:pt idx="73">
                  <c:v>61356</c:v>
                </c:pt>
                <c:pt idx="74">
                  <c:v>44706</c:v>
                </c:pt>
                <c:pt idx="75">
                  <c:v>64293</c:v>
                </c:pt>
                <c:pt idx="76">
                  <c:v>51773</c:v>
                </c:pt>
                <c:pt idx="77">
                  <c:v>53351</c:v>
                </c:pt>
                <c:pt idx="78">
                  <c:v>47528</c:v>
                </c:pt>
                <c:pt idx="79">
                  <c:v>46033</c:v>
                </c:pt>
                <c:pt idx="80">
                  <c:v>48396</c:v>
                </c:pt>
                <c:pt idx="81">
                  <c:v>54008</c:v>
                </c:pt>
                <c:pt idx="82">
                  <c:v>49521</c:v>
                </c:pt>
                <c:pt idx="83">
                  <c:v>50301</c:v>
                </c:pt>
                <c:pt idx="84">
                  <c:v>52486</c:v>
                </c:pt>
                <c:pt idx="85">
                  <c:v>56830</c:v>
                </c:pt>
                <c:pt idx="86">
                  <c:v>53276</c:v>
                </c:pt>
                <c:pt idx="87">
                  <c:v>44618</c:v>
                </c:pt>
                <c:pt idx="88">
                  <c:v>45571</c:v>
                </c:pt>
                <c:pt idx="89">
                  <c:v>51007</c:v>
                </c:pt>
                <c:pt idx="90">
                  <c:v>57748</c:v>
                </c:pt>
                <c:pt idx="91">
                  <c:v>46672</c:v>
                </c:pt>
                <c:pt idx="92">
                  <c:v>46847</c:v>
                </c:pt>
                <c:pt idx="93">
                  <c:v>45318</c:v>
                </c:pt>
                <c:pt idx="94">
                  <c:v>60062</c:v>
                </c:pt>
                <c:pt idx="95">
                  <c:v>46171</c:v>
                </c:pt>
                <c:pt idx="96">
                  <c:v>50484</c:v>
                </c:pt>
                <c:pt idx="97">
                  <c:v>53681</c:v>
                </c:pt>
                <c:pt idx="98">
                  <c:v>39551</c:v>
                </c:pt>
                <c:pt idx="99">
                  <c:v>52539</c:v>
                </c:pt>
                <c:pt idx="100">
                  <c:v>49914.86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'[Solution evaluation data.xlsx]Sheet1'!$T$1</c:f>
              <c:strCache>
                <c:ptCount val="1"/>
                <c:pt idx="0">
                  <c:v>rvns(kmax=4)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'[Solution evaluation data.xlsx]Sheet1'!$T$2:$T$102</c:f>
              <c:numCache>
                <c:formatCode>General</c:formatCode>
                <c:ptCount val="101"/>
                <c:pt idx="0">
                  <c:v>51478</c:v>
                </c:pt>
                <c:pt idx="1">
                  <c:v>47819</c:v>
                </c:pt>
                <c:pt idx="2">
                  <c:v>48624</c:v>
                </c:pt>
                <c:pt idx="3">
                  <c:v>46385</c:v>
                </c:pt>
                <c:pt idx="4">
                  <c:v>47113</c:v>
                </c:pt>
                <c:pt idx="5">
                  <c:v>42104</c:v>
                </c:pt>
                <c:pt idx="6">
                  <c:v>47361</c:v>
                </c:pt>
                <c:pt idx="7">
                  <c:v>41917</c:v>
                </c:pt>
                <c:pt idx="8">
                  <c:v>40619</c:v>
                </c:pt>
                <c:pt idx="9">
                  <c:v>48236</c:v>
                </c:pt>
                <c:pt idx="10">
                  <c:v>41530</c:v>
                </c:pt>
                <c:pt idx="11">
                  <c:v>50950</c:v>
                </c:pt>
                <c:pt idx="12">
                  <c:v>46269</c:v>
                </c:pt>
                <c:pt idx="13">
                  <c:v>42143</c:v>
                </c:pt>
                <c:pt idx="14">
                  <c:v>66761</c:v>
                </c:pt>
                <c:pt idx="15">
                  <c:v>49669</c:v>
                </c:pt>
                <c:pt idx="16">
                  <c:v>46501</c:v>
                </c:pt>
                <c:pt idx="17">
                  <c:v>44334</c:v>
                </c:pt>
                <c:pt idx="18">
                  <c:v>47746</c:v>
                </c:pt>
                <c:pt idx="19">
                  <c:v>40562</c:v>
                </c:pt>
                <c:pt idx="20">
                  <c:v>45567</c:v>
                </c:pt>
                <c:pt idx="21">
                  <c:v>47181</c:v>
                </c:pt>
                <c:pt idx="22">
                  <c:v>48912</c:v>
                </c:pt>
                <c:pt idx="23">
                  <c:v>55561</c:v>
                </c:pt>
                <c:pt idx="24">
                  <c:v>57968</c:v>
                </c:pt>
                <c:pt idx="25">
                  <c:v>42312</c:v>
                </c:pt>
                <c:pt idx="26">
                  <c:v>47526</c:v>
                </c:pt>
                <c:pt idx="27">
                  <c:v>43183</c:v>
                </c:pt>
                <c:pt idx="28">
                  <c:v>40898</c:v>
                </c:pt>
                <c:pt idx="29">
                  <c:v>38876</c:v>
                </c:pt>
                <c:pt idx="30">
                  <c:v>50196</c:v>
                </c:pt>
                <c:pt idx="31">
                  <c:v>46609</c:v>
                </c:pt>
                <c:pt idx="32">
                  <c:v>42320</c:v>
                </c:pt>
                <c:pt idx="33">
                  <c:v>55706</c:v>
                </c:pt>
                <c:pt idx="34">
                  <c:v>45692</c:v>
                </c:pt>
                <c:pt idx="35">
                  <c:v>40321</c:v>
                </c:pt>
                <c:pt idx="36">
                  <c:v>46614</c:v>
                </c:pt>
                <c:pt idx="37">
                  <c:v>48473</c:v>
                </c:pt>
                <c:pt idx="38">
                  <c:v>46742</c:v>
                </c:pt>
                <c:pt idx="39">
                  <c:v>42175</c:v>
                </c:pt>
                <c:pt idx="40">
                  <c:v>43802</c:v>
                </c:pt>
                <c:pt idx="41">
                  <c:v>38514</c:v>
                </c:pt>
                <c:pt idx="42">
                  <c:v>47213</c:v>
                </c:pt>
                <c:pt idx="43">
                  <c:v>42281</c:v>
                </c:pt>
                <c:pt idx="44">
                  <c:v>48569</c:v>
                </c:pt>
                <c:pt idx="45">
                  <c:v>42077</c:v>
                </c:pt>
                <c:pt idx="46">
                  <c:v>50076</c:v>
                </c:pt>
                <c:pt idx="47">
                  <c:v>45959</c:v>
                </c:pt>
                <c:pt idx="48">
                  <c:v>43173</c:v>
                </c:pt>
                <c:pt idx="49">
                  <c:v>40140</c:v>
                </c:pt>
                <c:pt idx="50">
                  <c:v>45186</c:v>
                </c:pt>
                <c:pt idx="51">
                  <c:v>41104</c:v>
                </c:pt>
                <c:pt idx="52">
                  <c:v>43930</c:v>
                </c:pt>
                <c:pt idx="53">
                  <c:v>50276</c:v>
                </c:pt>
                <c:pt idx="54">
                  <c:v>45916</c:v>
                </c:pt>
                <c:pt idx="55">
                  <c:v>43628</c:v>
                </c:pt>
                <c:pt idx="56">
                  <c:v>53685</c:v>
                </c:pt>
                <c:pt idx="57">
                  <c:v>41009</c:v>
                </c:pt>
                <c:pt idx="58">
                  <c:v>44516</c:v>
                </c:pt>
                <c:pt idx="59">
                  <c:v>47378</c:v>
                </c:pt>
                <c:pt idx="60">
                  <c:v>39794</c:v>
                </c:pt>
                <c:pt idx="61">
                  <c:v>58062</c:v>
                </c:pt>
                <c:pt idx="62">
                  <c:v>43732</c:v>
                </c:pt>
                <c:pt idx="63">
                  <c:v>45028</c:v>
                </c:pt>
                <c:pt idx="64">
                  <c:v>47169</c:v>
                </c:pt>
                <c:pt idx="65">
                  <c:v>47970</c:v>
                </c:pt>
                <c:pt idx="66">
                  <c:v>42828</c:v>
                </c:pt>
                <c:pt idx="67">
                  <c:v>51333</c:v>
                </c:pt>
                <c:pt idx="68">
                  <c:v>43286</c:v>
                </c:pt>
                <c:pt idx="69">
                  <c:v>46779</c:v>
                </c:pt>
                <c:pt idx="70">
                  <c:v>52522</c:v>
                </c:pt>
                <c:pt idx="71">
                  <c:v>47852</c:v>
                </c:pt>
                <c:pt idx="72">
                  <c:v>43534</c:v>
                </c:pt>
                <c:pt idx="73">
                  <c:v>42715</c:v>
                </c:pt>
                <c:pt idx="74">
                  <c:v>50520</c:v>
                </c:pt>
                <c:pt idx="75">
                  <c:v>40898</c:v>
                </c:pt>
                <c:pt idx="76">
                  <c:v>47620</c:v>
                </c:pt>
                <c:pt idx="77">
                  <c:v>50279</c:v>
                </c:pt>
                <c:pt idx="78">
                  <c:v>49873</c:v>
                </c:pt>
                <c:pt idx="79">
                  <c:v>44241</c:v>
                </c:pt>
                <c:pt idx="80">
                  <c:v>45380</c:v>
                </c:pt>
                <c:pt idx="81">
                  <c:v>44883</c:v>
                </c:pt>
                <c:pt idx="82">
                  <c:v>55553</c:v>
                </c:pt>
                <c:pt idx="83">
                  <c:v>47401</c:v>
                </c:pt>
                <c:pt idx="84">
                  <c:v>45123</c:v>
                </c:pt>
                <c:pt idx="85">
                  <c:v>43331</c:v>
                </c:pt>
                <c:pt idx="86">
                  <c:v>53968</c:v>
                </c:pt>
                <c:pt idx="87">
                  <c:v>53908</c:v>
                </c:pt>
                <c:pt idx="88">
                  <c:v>48995</c:v>
                </c:pt>
                <c:pt idx="89">
                  <c:v>47303</c:v>
                </c:pt>
                <c:pt idx="90">
                  <c:v>45618</c:v>
                </c:pt>
                <c:pt idx="91">
                  <c:v>52279</c:v>
                </c:pt>
                <c:pt idx="92">
                  <c:v>39681</c:v>
                </c:pt>
                <c:pt idx="93">
                  <c:v>41509</c:v>
                </c:pt>
                <c:pt idx="94">
                  <c:v>42406</c:v>
                </c:pt>
                <c:pt idx="95">
                  <c:v>45412</c:v>
                </c:pt>
                <c:pt idx="96">
                  <c:v>48383</c:v>
                </c:pt>
                <c:pt idx="97">
                  <c:v>41156</c:v>
                </c:pt>
                <c:pt idx="98">
                  <c:v>43233</c:v>
                </c:pt>
                <c:pt idx="99">
                  <c:v>46111</c:v>
                </c:pt>
                <c:pt idx="100">
                  <c:v>46370.53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46990220"/>
        <c:axId val="13331323"/>
      </c:lineChart>
      <c:catAx>
        <c:axId val="4469902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331323"/>
        <c:crosses val="autoZero"/>
        <c:auto val="1"/>
        <c:lblAlgn val="ctr"/>
        <c:lblOffset val="100"/>
        <c:noMultiLvlLbl val="0"/>
      </c:catAx>
      <c:valAx>
        <c:axId val="133313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69902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75" y="2555240"/>
            <a:ext cx="10835005" cy="22523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78325" y="1173480"/>
            <a:ext cx="24130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/>
              <a:t>Source Data</a:t>
            </a:r>
            <a:endParaRPr lang="en-US" altLang="zh-CN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253740" y="445770"/>
            <a:ext cx="5833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Quality of the Solution</a:t>
            </a:r>
            <a:endParaRPr lang="en-US" altLang="zh-CN" sz="3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360" y="1090930"/>
            <a:ext cx="9072245" cy="5298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10" y="252730"/>
            <a:ext cx="11290935" cy="6219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558540" y="451485"/>
            <a:ext cx="5074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/>
              <a:t>Diversification</a:t>
            </a:r>
            <a:endParaRPr lang="en-US" altLang="zh-CN" sz="4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40" y="1385570"/>
            <a:ext cx="8170545" cy="49301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Why is diversification in such a way?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zh-CN"/>
              <a:t>VNS-&gt; random choose region and switch neighborhood structure when reaching local minima in the neighborhood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RVNS-&gt; always change the neighborhood structure based on the random solutions,  so the solutions can be diffused  into different regions, so diversification rate so high.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genetic-&gt; give a fitness function and a group of solution, get rid of the lowest one and do the two-two swaping, ordinary search start from single solution and easy to stick in local minima, but genetic start from a goup, meaning it can compare solution in parallel, convergence time is shorter than others. there is less chance to be diverse. 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				Intensification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01140" y="1347470"/>
            <a:ext cx="8274685" cy="4866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	Why is intensification in such a way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intensification means search deeper and get optimal result in a short time</a:t>
            </a:r>
            <a:endParaRPr lang="en-US" altLang="zh-CN"/>
          </a:p>
        </p:txBody>
      </p:sp>
      <p:pic>
        <p:nvPicPr>
          <p:cNvPr id="5" name="图片 4" descr="微信图片_202106031651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2987040"/>
            <a:ext cx="10514330" cy="1078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2040" y="161925"/>
            <a:ext cx="10515600" cy="1325563"/>
          </a:xfrm>
        </p:spPr>
        <p:txBody>
          <a:bodyPr/>
          <a:p>
            <a:r>
              <a:rPr lang="en-US" altLang="zh-CN"/>
              <a:t>		      Time Complexity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280" y="1176020"/>
            <a:ext cx="8788400" cy="5460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	RVNS  using different neighborhood structure</a:t>
            </a:r>
            <a:endParaRPr lang="en-US" altLang="zh-CN"/>
          </a:p>
        </p:txBody>
      </p:sp>
      <p:graphicFrame>
        <p:nvGraphicFramePr>
          <p:cNvPr id="4" name="图表 3"/>
          <p:cNvGraphicFramePr/>
          <p:nvPr/>
        </p:nvGraphicFramePr>
        <p:xfrm>
          <a:off x="1885950" y="1555750"/>
          <a:ext cx="8420735" cy="4791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084,&quot;width&quot;:1034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</Words>
  <Application>WPS 演示</Application>
  <PresentationFormat>宽屏</PresentationFormat>
  <Paragraphs>24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				Intensification</vt:lpstr>
      <vt:lpstr>PowerPoint 演示文稿</vt:lpstr>
      <vt:lpstr>PowerPoint 演示文稿</vt:lpstr>
      <vt:lpstr>	RVNS  using different neighborhood structure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AG超会玩</cp:lastModifiedBy>
  <cp:revision>11</cp:revision>
  <dcterms:created xsi:type="dcterms:W3CDTF">2021-06-03T07:50:00Z</dcterms:created>
  <dcterms:modified xsi:type="dcterms:W3CDTF">2021-06-03T08:56:57Z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C4374351515641449E488130A3EB62EE</vt:lpwstr>
  </property>
  <property fmtid="{D5CDD505-2E9C-101B-9397-08002B2CF9AE}" pid="3" name="KSOProductBuildVer">
    <vt:lpwstr>2052-11.1.0.10495</vt:lpwstr>
  </property>
</Properties>
</file>